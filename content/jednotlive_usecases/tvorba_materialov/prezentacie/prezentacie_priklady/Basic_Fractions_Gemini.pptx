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Quicksand"/>
      <p:regular r:id="rId13"/>
      <p:bold r:id="rId14"/>
    </p:embeddedFont>
    <p:embeddedFont>
      <p:font typeface="Comforta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icksan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mfortaa-regular.fntdata"/><Relationship Id="rId14" Type="http://schemas.openxmlformats.org/officeDocument/2006/relationships/font" Target="fonts/Quicksand-bold.fntdata"/><Relationship Id="rId16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0463" y="2647950"/>
            <a:ext cx="859107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Introduction to Fractions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05012" y="3695700"/>
            <a:ext cx="81819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mfortaa"/>
                <a:ea typeface="Comfortaa"/>
                <a:cs typeface="Comfortaa"/>
                <a:sym typeface="Comfortaa"/>
              </a:rPr>
              <a:t>Exploring Parts of a Whole | Grade 4 Mathematics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81237"/>
            <a:ext cx="51435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81237"/>
            <a:ext cx="51435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043463" y="3052762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The Numerator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52525" y="3481387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top number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of our fraction.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52525" y="3910012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It tells us how many equal parts we are focusing on or have.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567963" y="3052762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The Denominator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481387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bottom number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of our fraction.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3910012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It tells us the total number of equal parts that make the whole.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9450" y="271938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09925" y="4624387"/>
            <a:ext cx="2476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43950" y="271938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24900" y="4624387"/>
            <a:ext cx="2667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What is a Fraction?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81212"/>
            <a:ext cx="498157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95375" y="2269033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Area Model: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We can partition shapes (circles, squares) into equal portions.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95375" y="3031033"/>
            <a:ext cx="4762500" cy="1129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Real-Life Context: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Think of a round pizza cut into 8 slices. Shading 3 of them represents of the total pizza.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95375" y="4350841"/>
            <a:ext cx="4762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Standard Rule: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 For a representation to count as a fraction, every partition must be of the exact same size!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2269033"/>
            <a:ext cx="161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✦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3031033"/>
            <a:ext cx="161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✦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2100" y="3316783"/>
            <a:ext cx="200025" cy="55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4350841"/>
            <a:ext cx="161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✦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Visualizing Fractions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76487"/>
            <a:ext cx="33654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76487"/>
            <a:ext cx="33654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76487"/>
            <a:ext cx="3365599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87902" y="3281362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Same Amount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57275" y="3709987"/>
            <a:ext cx="277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Equivalent fractions are fractions that look different but show the exact same size or quantity.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39102" y="3281362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The Half Rule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08475" y="3709987"/>
            <a:ext cx="277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Imagine 1/2 of a cake. If we cut it into smaller pieces, we get 2/4 or 4/8. It's the same amount of cake!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290299" y="3281362"/>
            <a:ext cx="291380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Math Secret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59675" y="3709987"/>
            <a:ext cx="2775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Multiply or divide both the top and bottom numbers by the same number to find an equivalent fraction!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4150" y="27193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27193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4325" y="271938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Equivalent Fractions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81125"/>
            <a:ext cx="1066800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2019300" y="4515445"/>
            <a:ext cx="8153400" cy="834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Pedagogy Tip: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 When denominators are identical, simply compare the numerators.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Comfortaa"/>
                <a:ea typeface="Comfortaa"/>
                <a:cs typeface="Comfortaa"/>
                <a:sym typeface="Comfortaa"/>
              </a:rPr>
              <a:t> Since 3 pieces is more than 1, is larger than !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5112" y="4801195"/>
            <a:ext cx="209550" cy="548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1987" y="4810720"/>
            <a:ext cx="209550" cy="53875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Comparing Fraction Sizes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495300" y="1777007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Let's Practice!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2710457"/>
            <a:ext cx="10668000" cy="900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1. If a pizza is cut into 8 equal slices and you eat 3, what fraction did you eat?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Answer: 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3849290"/>
            <a:ext cx="10668000" cy="108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2. Can you find an equivalent fraction for ?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Answer: or 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5269706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Great job today, fraction champions! 🌟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237" y="3849290"/>
            <a:ext cx="209550" cy="538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3053357"/>
            <a:ext cx="200025" cy="557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6487" y="4388048"/>
            <a:ext cx="190500" cy="538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7037" y="4388048"/>
            <a:ext cx="209550" cy="548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2476500" y="3490912"/>
            <a:ext cx="161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✦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0" y="3595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3571875" y="3602831"/>
            <a:ext cx="614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https://img.magnific.com/free-vector/understanding-fractions-with-pizza-slices_1308-177278.jpg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3571875" y="3836193"/>
            <a:ext cx="614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Comfortaa"/>
                <a:ea typeface="Comfortaa"/>
                <a:cs typeface="Comfortaa"/>
                <a:sym typeface="Comfortaa"/>
              </a:rPr>
              <a:t>www.magnific.com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62000" y="57150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